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5" d="100"/>
          <a:sy n="95" d="100"/>
        </p:scale>
        <p:origin x="-436" y="2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90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2;p14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11800" y="539640"/>
            <a:ext cx="761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0" y="1476720"/>
            <a:ext cx="4294440" cy="3666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67;p15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62840" y="794520"/>
            <a:ext cx="761832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184920" y="2398680"/>
            <a:ext cx="5195880" cy="195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04;p21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2836440" cy="785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Google Shape;107;p21"/>
          <p:cNvSpPr/>
          <p:nvPr/>
        </p:nvSpPr>
        <p:spPr>
          <a:xfrm>
            <a:off x="5004360" y="3649680"/>
            <a:ext cx="342612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Open Sans"/>
                <a:ea typeface="Open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5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28;p6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30;p28"/>
          <p:cNvCxnSpPr/>
          <p:nvPr/>
        </p:nvCxnSpPr>
        <p:spPr>
          <a:xfrm>
            <a:off x="1430640" y="4799880"/>
            <a:ext cx="82458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8" name="Rectangle 17"/>
          <p:cNvSpPr/>
          <p:nvPr/>
        </p:nvSpPr>
        <p:spPr>
          <a:xfrm>
            <a:off x="5391000" y="3943440"/>
            <a:ext cx="30380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mouad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71600" y="1707654"/>
            <a:ext cx="7952800" cy="15841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rgbClr val="FFFFFF"/>
                </a:solidFill>
                <a:effectLst/>
                <a:uFillTx/>
                <a:latin typeface="Syne SemiBold"/>
              </a:rPr>
              <a:t>Python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 dirty="0">
                <a:solidFill>
                  <a:srgbClr val="FFFFFF"/>
                </a:solidFill>
                <a:effectLst/>
                <a:uFillTx/>
                <a:latin typeface="Syne SemiBold"/>
              </a:rPr>
              <a:t>PRESENTATION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_0:slide_img_PcHoia.jpg"/>
          <p:cNvPicPr/>
          <p:nvPr/>
        </p:nvPicPr>
        <p:blipFill>
          <a:blip r:embed="rId2"/>
          <a:stretch/>
        </p:blipFill>
        <p:spPr>
          <a:xfrm>
            <a:off x="12159" y="1471500"/>
            <a:ext cx="4295520" cy="366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Rectangle 20"/>
          <p:cNvSpPr/>
          <p:nvPr/>
        </p:nvSpPr>
        <p:spPr>
          <a:xfrm>
            <a:off x="809640" y="542880"/>
            <a:ext cx="7619760" cy="5167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Syne SemiBold"/>
              </a:rPr>
              <a:t>Introduction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716016" y="1972652"/>
            <a:ext cx="4032448" cy="26642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Python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est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un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langage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de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programmation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interprété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,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lisible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et polyvalent. Il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favorise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la </a:t>
            </a:r>
            <a:r>
              <a:rPr lang="en-US" sz="1200" b="0" i="1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productivité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grâce à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une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syntaxe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claire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et un riche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écosystème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de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bibliothèques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.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Aujourd'hui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, Python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est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central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dans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la science des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données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, le web et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l'automatisation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,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apprécié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pour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sa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rapidité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de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prototypage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et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sa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large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communauté</a:t>
            </a:r>
            <a:r>
              <a:rPr lang="en-US" sz="1200" b="0" u="none" strike="noStrike" dirty="0" smtClean="0">
                <a:solidFill>
                  <a:srgbClr val="FFFFFF"/>
                </a:solidFill>
                <a:effectLst/>
                <a:uFillTx/>
                <a:latin typeface="Albert Sans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_0:slide_img_iGKgja.jpg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Rectangle 23"/>
          <p:cNvSpPr/>
          <p:nvPr/>
        </p:nvSpPr>
        <p:spPr>
          <a:xfrm>
            <a:off x="476280" y="47628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0440" y="0"/>
            <a:ext cx="42573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rgbClr val="FFFFFF"/>
                </a:solidFill>
                <a:effectLst/>
                <a:uFillTx/>
                <a:latin typeface="Syne SemiBold"/>
              </a:rPr>
              <a:t>Plan de la </a:t>
            </a:r>
            <a:r>
              <a:rPr lang="en-US" sz="4000" b="0" u="none" strike="noStrike" dirty="0" err="1" smtClean="0">
                <a:solidFill>
                  <a:srgbClr val="FFFFFF"/>
                </a:solidFill>
                <a:effectLst/>
                <a:uFillTx/>
                <a:latin typeface="Syne SemiBold"/>
              </a:rPr>
              <a:t>présentation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520" y="2009880"/>
            <a:ext cx="361908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1:Introduction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2:Définition courte et importance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3:Origine et auteur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4:Usages clés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5:Avantages principaux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6:Syntaxe de base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7:Exemple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8:Conclusions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_0:slide_img_mNcFka.jpg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Rectangle 27"/>
          <p:cNvSpPr/>
          <p:nvPr/>
        </p:nvSpPr>
        <p:spPr>
          <a:xfrm>
            <a:off x="5048280" y="476280"/>
            <a:ext cx="361908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Syne SemiBold"/>
              </a:rPr>
              <a:t>Définition courte et importance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4674" y="1419622"/>
            <a:ext cx="361908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Python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est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un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langage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haut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niveau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,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orienté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objet et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interprété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,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conçu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pour la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lisibilité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Son adoption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est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portée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par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la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simplicité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et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l'écosystème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(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bibliothèques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pour data, web, IA),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ce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qui en fait un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choix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stratégique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pour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l'innovation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et la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réduction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du temps de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mise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sur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le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marché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762120" y="790560"/>
            <a:ext cx="761976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 err="1">
                <a:solidFill>
                  <a:srgbClr val="FFFFFF"/>
                </a:solidFill>
                <a:effectLst/>
                <a:uFillTx/>
                <a:latin typeface="Syne SemiBold"/>
              </a:rPr>
              <a:t>Origine</a:t>
            </a: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Syne SemiBold"/>
              </a:rPr>
              <a:t> et auteur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181320" y="2400480"/>
            <a:ext cx="5200200" cy="2619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Créé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par Guido van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Rossum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en 1991, Python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est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né pour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remplacer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ABC, avec un accent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sur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la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simplicité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et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l'extensibilité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solidFill>
                <a:srgbClr val="FFFFFF"/>
              </a:solidFill>
              <a:latin typeface="Albert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Depuis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sa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première version,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il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a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évolué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(Python 2 → Python 3),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bénéficiant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d'une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gouvernance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ouverte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et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d'une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large adoption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industrielle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 et </a:t>
            </a:r>
            <a:r>
              <a:rPr lang="en-US" sz="1400" dirty="0" err="1">
                <a:solidFill>
                  <a:srgbClr val="FFFFFF"/>
                </a:solidFill>
                <a:latin typeface="Albert Sans"/>
              </a:rPr>
              <a:t>académique</a:t>
            </a:r>
            <a:r>
              <a:rPr lang="en-US" sz="1400" dirty="0">
                <a:solidFill>
                  <a:srgbClr val="FFFFFF"/>
                </a:solidFill>
                <a:latin typeface="Albert Sans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476280" y="485348"/>
            <a:ext cx="8191080" cy="5742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Syne SemiBold"/>
              </a:rPr>
              <a:t>Usages clés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76280" y="1905120"/>
            <a:ext cx="819108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Python est largement utilisé en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data science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, développement web, automatisation et ingénierie système.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Exemples concrets : pipelines ML, API web (Django/Flask), scripts d'automatisation. Entreprises : Google, Spotify, Netflix adoptent Python pour prototypage rapide et production.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762120" y="790560"/>
            <a:ext cx="7619760" cy="101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Syne SemiBold"/>
              </a:rPr>
              <a:t>Avantages principaux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181680" y="1809360"/>
            <a:ext cx="5200200" cy="28355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9999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Albert Sans"/>
              </a:rPr>
              <a:t>Python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offre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une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grande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lisibilité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et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une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courbe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d'apprentissage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réduite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facilitant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la collaboration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interdisciplinaire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.</a:t>
            </a:r>
          </a:p>
          <a:p>
            <a:pPr>
              <a:lnSpc>
                <a:spcPct val="159999"/>
              </a:lnSpc>
              <a:tabLst>
                <a:tab pos="0" algn="l"/>
              </a:tabLst>
            </a:pPr>
            <a:endParaRPr lang="en-US" sz="1600" dirty="0">
              <a:solidFill>
                <a:srgbClr val="FFFFFF"/>
              </a:solidFill>
              <a:latin typeface="Albert Sans"/>
            </a:endParaRPr>
          </a:p>
          <a:p>
            <a:pPr>
              <a:lnSpc>
                <a:spcPct val="159999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Albert Sans"/>
              </a:rPr>
              <a:t>Son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écosystème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(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bibliothèques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, frameworks) et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sa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communauté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active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accélèrent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l'innovation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et la maintenance des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projets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 en </a:t>
            </a:r>
            <a:r>
              <a:rPr lang="en-US" sz="1600" dirty="0" err="1">
                <a:solidFill>
                  <a:srgbClr val="FFFFFF"/>
                </a:solidFill>
                <a:latin typeface="Albert Sans"/>
              </a:rPr>
              <a:t>entreprise</a:t>
            </a:r>
            <a:r>
              <a:rPr lang="en-US" sz="1600" dirty="0">
                <a:solidFill>
                  <a:srgbClr val="FFFFFF"/>
                </a:solidFill>
                <a:latin typeface="Albert Sans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476280" y="476280"/>
            <a:ext cx="8191080" cy="7273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 err="1">
                <a:solidFill>
                  <a:srgbClr val="FFFFFF"/>
                </a:solidFill>
                <a:effectLst/>
                <a:uFillTx/>
                <a:latin typeface="Syne SemiBold"/>
              </a:rPr>
              <a:t>Syntaxe</a:t>
            </a: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Syne SemiBold"/>
              </a:rPr>
              <a:t> de base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76280" y="1905120"/>
            <a:ext cx="8191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Variables simples : x = 10. Conditions avec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if/else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. Boucles :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for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 et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while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 pour itérer.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lbert Sans"/>
              </a:rPr>
              <a:t>Fonctions : def ma_fonction(param): return valeur. La syntaxe privilégie la clarté et réduit le code boilerplate.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_0:slide_img_jHolka.jpg"/>
          <p:cNvPicPr/>
          <p:nvPr/>
        </p:nvPicPr>
        <p:blipFill>
          <a:blip r:embed="rId2"/>
          <a:stretch/>
        </p:blipFill>
        <p:spPr>
          <a:xfrm>
            <a:off x="0" y="1476360"/>
            <a:ext cx="4295520" cy="366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38"/>
          <p:cNvSpPr/>
          <p:nvPr/>
        </p:nvSpPr>
        <p:spPr>
          <a:xfrm>
            <a:off x="809640" y="542880"/>
            <a:ext cx="7619760" cy="5167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 err="1">
                <a:solidFill>
                  <a:srgbClr val="FFFFFF"/>
                </a:solidFill>
                <a:effectLst/>
                <a:uFillTx/>
                <a:latin typeface="Syne SemiBold"/>
              </a:rPr>
              <a:t>Exemple</a:t>
            </a: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Syne SemiBold"/>
              </a:rPr>
              <a:t> 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924440" y="1476360"/>
            <a:ext cx="350496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a = 10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b = 5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if a &gt; b: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print("a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est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plus grand")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else: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print("b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est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plus grand")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a </a:t>
            </a:r>
            <a:r>
              <a:rPr lang="en-US" sz="17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est</a:t>
            </a:r>
            <a:r>
              <a:rPr lang="en-US" sz="17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plus grand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762120" y="790560"/>
            <a:ext cx="761976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Syne SemiBold"/>
              </a:rPr>
              <a:t>Conclusions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062163" y="1779662"/>
            <a:ext cx="5200200" cy="252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Python combine </a:t>
            </a:r>
            <a:r>
              <a:rPr lang="en-US" sz="1600" b="0" i="1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simplicité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et puissance,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adapté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au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prototypage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et à la production.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Mon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avis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: Python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restera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central grâce à son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écosystème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et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sa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communauté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.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L'avenir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: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renforcement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en IA, data engineering et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automatisation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lbert Sans"/>
              </a:rPr>
              <a:t>d'entreprise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lbert Sans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395</Words>
  <Application>Microsoft Office PowerPoint</Application>
  <PresentationFormat>Affichage à l'écran (16:9)</PresentationFormat>
  <Paragraphs>49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Tech Startup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Solicode</dc:creator>
  <cp:lastModifiedBy>Solicode</cp:lastModifiedBy>
  <cp:revision>2</cp:revision>
  <dcterms:modified xsi:type="dcterms:W3CDTF">2026-06-04T10:42:42Z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2026-06-04T10:31:47Z</dcterms:created>
  <dc:creator>Unknown Creator</dc:creator>
  <dc:description/>
  <dc:language>en-US</dc:language>
  <cp:lastModifiedBy>Unknown Creator</cp:lastModifiedBy>
  <dcterms:modified xsi:type="dcterms:W3CDTF">2026-06-04T10:31:47Z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